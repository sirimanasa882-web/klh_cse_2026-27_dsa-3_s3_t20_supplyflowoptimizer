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"/>
  </p:notesMasterIdLst>
  <p:handoutMasterIdLst>
    <p:handoutMasterId r:id="rId11"/>
  </p:handoutMasterIdLst>
  <p:sldIdLst>
    <p:sldId id="258" r:id="rId3"/>
    <p:sldId id="391" r:id="rId4"/>
    <p:sldId id="392" r:id="rId5"/>
    <p:sldId id="393" r:id="rId6"/>
    <p:sldId id="394" r:id="rId7"/>
    <p:sldId id="395" r:id="rId8"/>
    <p:sldId id="33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5007" autoAdjust="0"/>
  </p:normalViewPr>
  <p:slideViewPr>
    <p:cSldViewPr snapToGrid="0" snapToObjects="1">
      <p:cViewPr varScale="1">
        <p:scale>
          <a:sx n="124" d="100"/>
          <a:sy n="124" d="100"/>
        </p:scale>
        <p:origin x="33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08/10/26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08/10/26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08/10/26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08/10/26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08/10/26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08/10/26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566" y="1826000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3600" b="1" dirty="0">
                <a:latin typeface="+mn-lt"/>
                <a:cs typeface="Arial" panose="020B0604020202020204" pitchFamily="34" charset="0"/>
              </a:rPr>
            </a:br>
            <a:br>
              <a:rPr lang="en-US" sz="36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3600" b="1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SupplyFlow</a:t>
            </a:r>
            <a:r>
              <a:rPr lang="en-US" sz="36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Optimizer</a:t>
            </a:r>
            <a:br>
              <a:rPr lang="en-IN" sz="3600" b="1" dirty="0">
                <a:latin typeface="+mn-lt"/>
              </a:rPr>
            </a:br>
            <a:br>
              <a:rPr lang="en-US" sz="36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36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965" y="0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832368"/>
              </p:ext>
            </p:extLst>
          </p:nvPr>
        </p:nvGraphicFramePr>
        <p:xfrm>
          <a:off x="1409700" y="3429000"/>
          <a:ext cx="8750302" cy="101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75151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375151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Akshara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dirty="0"/>
                        <a:t>Siri </a:t>
                      </a:r>
                      <a:r>
                        <a:rPr lang="en-US" dirty="0" err="1"/>
                        <a:t>manasa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23" y="2509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1E7D83-A901-4D90-BF07-D065B8188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20" y="1627855"/>
            <a:ext cx="11011348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SupplyFlow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unified, data-driven supply chain management platform.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inventory, orders, and logistics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one centralized system.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supply chain visibility and tracking.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predict future demand.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delivery routes and inventory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and smarter decision-making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businesses.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delays and overall supply chain costs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manage their supply chain more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efficiently and proactively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6CA17-9BC6-9635-4C14-7BA93A55CCFA}"/>
              </a:ext>
            </a:extLst>
          </p:cNvPr>
          <p:cNvSpPr txBox="1"/>
          <p:nvPr/>
        </p:nvSpPr>
        <p:spPr>
          <a:xfrm>
            <a:off x="123825" y="1690688"/>
            <a:ext cx="11229975" cy="5575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Data: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Inventory, orders, and shipments are managed using different systems.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searched keys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placed closer to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faster access.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Visibility: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Businesses lack real-time information about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levels and delivery status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Heavy use of spreadsheets makes supply chain management slow.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Decisions: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 are often identified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after they occur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Planning: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integrated data makes it difficult to plan inventory and deliveries effectively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FUNCTIONALITIES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E146AD-F89C-4F41-9D95-3AFFC04C8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94" y="2235622"/>
            <a:ext cx="11126912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Order Management: Manage and view all orders in one place.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Demand Forecasting: Predict future demand using historical data and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Route Optimization: Suggest efficient delivery routes to save time and cost.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Automatic Alerts: Give alerts for low stock and delivery delays. 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Dashboard: Provide a visual dashboard to monitor and analyze supply chain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TO BE USED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DE258F-B1EB-4FE8-AE82-70D1A274679F}"/>
              </a:ext>
            </a:extLst>
          </p:cNvPr>
          <p:cNvSpPr/>
          <p:nvPr/>
        </p:nvSpPr>
        <p:spPr>
          <a:xfrm>
            <a:off x="1115620" y="1988639"/>
            <a:ext cx="10817524" cy="3903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React.js, HTML/CSS, Chart.js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/ Django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/ MongoDB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Pandas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OR-Tools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Docker, AWS / Azure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 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IN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90C48-73EA-FFBA-982C-AFE2AB091EB1}"/>
              </a:ext>
            </a:extLst>
          </p:cNvPr>
          <p:cNvSpPr txBox="1"/>
          <p:nvPr/>
        </p:nvSpPr>
        <p:spPr>
          <a:xfrm>
            <a:off x="1210477" y="1621392"/>
            <a:ext cx="11229975" cy="727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IN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9124C21-205E-4600-B909-0B0CF93B6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681" y="1940055"/>
            <a:ext cx="11893064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Smarter Decisions: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 and forecasting help in better planning.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Lower Costs: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Optimized delivery routes and efficient inventory management reduce costs.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Better Visibility: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tracking of inventory and supply chain activities.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Proactive Planning: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Businesses can identify and respond to supply chain issues earlier.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Delays: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Fewer stockouts and shipment delays.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/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8348</TotalTime>
  <Words>392</Words>
  <Application>Microsoft Macintosh PowerPoint</Application>
  <PresentationFormat>Widescreen</PresentationFormat>
  <Paragraphs>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Custom Design</vt:lpstr>
      <vt:lpstr>  SupplyFlow Optimizer  </vt:lpstr>
      <vt:lpstr>ABSTRACT</vt:lpstr>
      <vt:lpstr>PROBLEM STATEMENT </vt:lpstr>
      <vt:lpstr>PROPOSED FUNCTIONALITIES</vt:lpstr>
      <vt:lpstr>TOOLS AND TECHNOLOGIES TO BE USED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puchakayala tanish</cp:lastModifiedBy>
  <cp:revision>101</cp:revision>
  <dcterms:created xsi:type="dcterms:W3CDTF">2022-05-20T10:20:31Z</dcterms:created>
  <dcterms:modified xsi:type="dcterms:W3CDTF">2026-10-08T05:00:07Z</dcterms:modified>
</cp:coreProperties>
</file>