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457200"/>
            <a:ext cx="2011680" cy="2011680"/>
          </a:xfrm>
          <a:prstGeom prst="ellipse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828800"/>
            <a:ext cx="1097280" cy="1097280"/>
          </a:xfrm>
          <a:prstGeom prst="ellipse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023360"/>
            <a:ext cx="1280160" cy="1280160"/>
          </a:xfrm>
          <a:prstGeom prst="ellipse">
            <a:avLst/>
          </a:prstGeom>
          <a:solidFill>
            <a:srgbClr val="7E5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572000"/>
            <a:ext cx="640080" cy="640080"/>
          </a:xfrm>
          <a:prstGeom prst="ellipse">
            <a:avLst/>
          </a:prstGeom>
          <a:solidFill>
            <a:srgbClr val="EC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EC6F5"/>
                </a:solidFill>
                <a:latin typeface="Aptos"/>
              </a:defRPr>
            </a:pPr>
            <a:r>
              <a:t>DATA STRUCTURES AND ALGORITHMS-3  | 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SUPPLY FLOW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AE4F7"/>
                </a:solidFill>
                <a:latin typeface="Aptos"/>
              </a:defRPr>
            </a:pPr>
            <a:r>
              <a:t>A browser-based supply chain dashboard for inventory, orders, delivery routes and demand forecasting.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17720"/>
            <a:ext cx="5303520" cy="777240"/>
          </a:xfrm>
          <a:prstGeom prst="roundRect">
            <a:avLst/>
          </a:prstGeom>
          <a:solidFill>
            <a:srgbClr val="233458"/>
          </a:solidFill>
          <a:ln>
            <a:solidFill>
              <a:srgbClr val="4A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36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Student 1: ____________________     Roll No: __________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Student 2: ____________________     Roll No: 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EC6F5"/>
                </a:solidFill>
                <a:latin typeface="Aptos"/>
              </a:defRPr>
            </a:pPr>
            <a:r>
              <a:t>Department of Computer Science and Engineering  •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SupplyFlow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Supply Flow Optimization helps monitor the movement of goods from inventory to customer delivery.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supplied HTML interface defines seven modules: Dashboard, Inventory, Orders, Customer Portal, Route Optimizer, Demand Forecast, and Reports &amp; Alerts.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dashboard brings stock counts, open orders, low-stock warnings, category summaries, and recent order activity into one workspace.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supplied page describes a demo workspace whose data is saved in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Why supply flow needs 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389120"/>
          </a:xfrm>
          <a:prstGeom prst="roundRect">
            <a:avLst/>
          </a:prstGeom>
          <a:solidFill>
            <a:srgbClr val="F8FAFE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C4B5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Stock shortages may be noticed late.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Orders, stock and delivery status can be tracked separately.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Delivery sequences may be inefficient.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Demand changes make replenishment decisions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57800" cy="4389120"/>
          </a:xfrm>
          <a:prstGeom prst="roundRect">
            <a:avLst/>
          </a:prstGeom>
          <a:solidFill>
            <a:srgbClr val="F5FBF9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0AEA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Centralize inventory and order monitoring.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Flag products at or below reorder level.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Estimate next-month demand using a moving average.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Suggest a shorter delivery visit sequence.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Provide reports and CSV export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Features identified from the supplied 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709928"/>
            <a:ext cx="109728" cy="548640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6367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01 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84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KPIs, category chart, alerts and recent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9672" y="1709928"/>
            <a:ext cx="109728" cy="548640"/>
          </a:xfrm>
          <a:prstGeom prst="rect">
            <a:avLst/>
          </a:prstGeom>
          <a:solidFill>
            <a:srgbClr val="7E5ED2"/>
          </a:solidFill>
          <a:ln>
            <a:solidFill>
              <a:srgbClr val="7E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6367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02 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1984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Add/search products, filter stock levels,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2944368"/>
            <a:ext cx="109728" cy="548640"/>
          </a:xfrm>
          <a:prstGeom prst="rect">
            <a:avLst/>
          </a:prstGeom>
          <a:solidFill>
            <a:srgbClr val="EC9A38"/>
          </a:solidFill>
          <a:ln>
            <a:solidFill>
              <a:srgbClr val="EC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87121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03 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2186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Create staff orders and update order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43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9672" y="2944368"/>
            <a:ext cx="109728" cy="548640"/>
          </a:xfrm>
          <a:prstGeom prst="rect">
            <a:avLst/>
          </a:prstGeom>
          <a:solidFill>
            <a:srgbClr val="20AEA4"/>
          </a:solidFill>
          <a:ln>
            <a:solidFill>
              <a:srgbClr val="20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287121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04  Customer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2186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Browse products, cart and demo checkout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77639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" y="4178807"/>
            <a:ext cx="109728" cy="548640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105655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05  Route Optimizer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45312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Select delivery stops and optimize visit 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977639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4178807"/>
            <a:ext cx="109728" cy="548640"/>
          </a:xfrm>
          <a:prstGeom prst="rect">
            <a:avLst/>
          </a:prstGeom>
          <a:solidFill>
            <a:srgbClr val="7E5ED2"/>
          </a:solidFill>
          <a:ln>
            <a:solidFill>
              <a:srgbClr val="7E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105655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06  Demand 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445312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Three-month moving average and reorder suggestions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120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" y="5413248"/>
            <a:ext cx="109728" cy="548640"/>
          </a:xfrm>
          <a:prstGeom prst="rect">
            <a:avLst/>
          </a:prstGeom>
          <a:solidFill>
            <a:srgbClr val="EC9A38"/>
          </a:solidFill>
          <a:ln>
            <a:solidFill>
              <a:srgbClr val="EC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34009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07  Reports &amp;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687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Inventory value, delivered orders and reminders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Algorithm /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High-level workflow derived from the supplied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START the SupplyFlow application and load demo inventory and orders.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DISPLAY dashboard KPIs, category summary, recent orders and alerts.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WHEN inventory changes, update the product list and check stock against its reorder level.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WHEN an order is placed, validate quantity, calculate total and reduce available stock.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FOR route optimization, use selected stops and the nearest-neighbour heuristic described in the page.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FOR forecasting, calculate the average demand from the latest three months and compare it with current stock.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GENERATE alerts/reports and allow inventory or orders to be exported as CSV.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END / wait for the next user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Route Optimization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Nearest-neighbour heuristic noted in the supplied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212080" cy="4389120"/>
          </a:xfrm>
          <a:prstGeom prst="roundRect">
            <a:avLst/>
          </a:prstGeom>
          <a:solidFill>
            <a:srgbClr val="F8FAFE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769DC"/>
                </a:solidFill>
                <a:latin typeface="Aptos"/>
              </a:defRPr>
            </a:pPr>
            <a:r>
              <a:t>PSEUDOCODE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INPUT: selected delivery stops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SET current_stop = starting location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SET route = [current_stop]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WHILE unvisited stops remain: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    FIND the nearest unvisited stop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    APPEND it to route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    SET current_stop = that stop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RETURN 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029200" cy="4389120"/>
          </a:xfrm>
          <a:prstGeom prst="roundRect">
            <a:avLst/>
          </a:prstGeom>
          <a:solidFill>
            <a:srgbClr val="F5FBF9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0AEA4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The HTML says sample coordinates and demo distances are used.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It explicitly says there is no live traffic or GPS.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Nearest-neighbour is a heuristic; it may not produce the globally shortest route.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Use actual measured results from app.js before claiming a distance saving.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Demand Forecasting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Three-month moving average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37760" cy="1234440"/>
          </a:xfrm>
          <a:prstGeom prst="roundRect">
            <a:avLst/>
          </a:prstGeom>
          <a:solidFill>
            <a:srgbClr val="F4F7FC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9758B"/>
                </a:solidFill>
                <a:latin typeface="Aptos"/>
              </a:defRPr>
            </a:pPr>
            <a:r>
              <a:t>Forecast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769DC"/>
                </a:solidFill>
                <a:latin typeface="Aptos"/>
              </a:defRPr>
            </a:pPr>
            <a:r>
              <a:t>Forecast = (D₁ + D₂ + D₃)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D₁, D₂ and D₃ represent demand in the latest three months.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Compare forecast demand with current stock.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Suggested reorder quantity can be estimated as max(0, forecast − current stock).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The supplied HTML explicitly describes this as a simple baseline, not a trained machine-learning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1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UI output based on the supplied HTML layout and sample demo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plyflow_dashboard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2 — Inventory &amp;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inventory table with stock status and order tracking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plyflow_inventory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3 — Customer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product browsing and cart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plyflow_customer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4 — Route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route sequence result; distances are mock values for presentation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plyflow_routes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5 — Demand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moving-average chart and replenishment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plyflow_forecas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6 — Reports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operational alerts and reporting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pplyflow_reports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Expected Results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What the prototype is designed to demonstrate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Single interface for viewing inventory, orders and delivery-related operations.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Low-stock products can be identified by comparing current quantity with reorder level.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Order creation and demo checkout are intended to reserve stock by reducing the available quantity.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Route optimizer suggests a delivery visit sequence using sample distances and a nearest-neighbour heuristic.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Forecast page estimates next-month demand with a three-month moving average and provides replenishment suggestions.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All values shown in the output images are illustrative because app.js and style.css were not included in the supplied 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Supply Flow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proposed SupplyFlow interface combines inventory, order management, customer ordering, route planning, forecasting and alerts.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It can help users review stock status, follow order progress and plan replenishment from one workspace.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Future enhancements: connect to a persistent database, add authentication and role-based access, use real map/GPS data, and evaluate forecasting against actual sales history.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Add validation, automated tests, and real performance metrics before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58B"/>
                </a:solidFill>
                <a:latin typeface="Aptos"/>
              </a:defRPr>
            </a:pPr>
            <a:r>
              <a:t>Course: Data Structures and Algorithms-3  |  Instructor: Dr. J Sirisha Devi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